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7" r:id="rId3"/>
    <p:sldId id="258" r:id="rId4"/>
    <p:sldId id="262" r:id="rId5"/>
    <p:sldId id="261" r:id="rId6"/>
    <p:sldId id="260" r:id="rId7"/>
    <p:sldId id="263" r:id="rId8"/>
    <p:sldId id="264" r:id="rId9"/>
    <p:sldId id="265" r:id="rId10"/>
    <p:sldId id="266" r:id="rId11"/>
    <p:sldId id="25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09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E9E1-9C80-BFD5-192B-6FB1CA14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425202-4A40-5029-2882-6D101BEF56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53A88-2106-22A6-B6D2-DF8C7AC72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CD0F-2B38-DD74-7F3F-70E895AB3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B013F-21B4-942B-0A7A-F337BA648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20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61E03-298F-5B97-F352-B33271FF5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37395-C6D3-AFB3-719E-3B8107DE73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0D448-FCE8-7B67-882D-D19E4E4E4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EF2DB-E643-0CD6-A441-24247029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7A766-EDBE-823A-AAD7-D6B5A69F5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390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ECA2-5A25-96E5-5450-011A86567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D4F09-BC5D-1AFE-8258-1D6BED767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3B042-D3F2-9CBB-3EA7-7FCA36BB8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884A4-79C5-3CD3-466F-0946F91B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CA990-6591-E4E8-481F-83EC6ADFF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054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20C9-CDDF-242B-A000-B822E5FC8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51DF5-DE1C-C342-F724-2000976DC0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3F5C3-D686-E27F-888D-ED5964F88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96CB8-1CA5-A020-1BB0-582E9A8F7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4B9F9A-E557-C0D3-6C6B-20FE62563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DD14EC-4263-8E91-7F78-B041FAD04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913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56CFA-5DAB-FBBA-AB57-CAA2EEB1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5D498-90E0-744E-BD03-66E2551A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D4FB4-3EA5-3450-C40D-B7DF59344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DAC5F2-B7B3-488D-D2DE-0BBF9F90DF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D78E9F-4304-58DE-A3E8-1102F70451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E56B76-2821-FE47-92FD-8E226613B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CE1976-15EC-8846-BDC0-E60AA16D1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AAC2E6-6F84-FF4B-A11E-0CA3AFE3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221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E8AC7-922E-CB34-776E-5C87B738C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28A20E-0790-5C71-4CB3-45BE5BEB9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F54B5C-08BB-761D-FCAB-F49B8DDB6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601F6E-4E2F-25CA-0593-0B5615DB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366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C63FF4-D93F-8951-31E5-6D6003CA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3D7B60-9DB6-EB23-D258-C089EC242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5B906-90E7-F8F7-781F-DFCC1955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610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6483-CCB0-E83C-B196-62FF03B14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EC89B-A67B-1BAF-19B2-F82AD5A99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0A6D1-C3C3-4BBF-C0DE-254D22E622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FBBE2-7BCF-E5B9-8074-9652A6430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1EE9D-C29C-4BD6-5082-B2C30475F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99F8E-AC6A-7A4B-4328-630300650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19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F762B-EC72-AC3C-F1E7-51506F2F6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B90650-94A5-B66D-9722-A44982E822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0B6EA-E5CB-30BC-8E14-95F1FF5F7E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E64F2-ECBA-AFA6-A2C8-A17CAE9DD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4C1007-0FBC-B9C5-3F44-4F43BC766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F7C69-5F7F-E37B-5653-8FFEA8ED2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221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04CB1-AB3A-977C-C698-F0118FBB4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FF96A7-CD55-0BCC-1165-396A0AF636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00644-9C95-8718-DBEF-40BB7342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34C8E-5A0D-70C9-5207-668C9A8D1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42EF-954E-875E-D61D-FD9E949B7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750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39C7B2-F10D-4241-FE59-6C3196192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C800A-B2D6-663C-222C-E8F9F3FD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4E4D9-7B1C-35F8-56DD-7FC78DDD6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EE3AD-CB60-64EE-0F48-B744FE73A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4A10A-1AD8-2730-7D0F-E70FC8AF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11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D1C620-7157-211F-F691-C02B0996C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658A0-329D-3F41-1A3D-16BE6383E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E6307F-5121-573A-C8D0-50D1AA04C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DB268-F321-4740-87AC-7AEC69CA5197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7765B-E22F-7108-27CA-52DA275A72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15307-C9CA-72B6-F27D-DA174CFBE8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26A9E9-B2D9-4A72-BAB9-AA10BE18CA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848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D50F13-B14E-9FF0-6EE0-A5F974B28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3285CE1-E448-2B83-E2BD-24C2B20F9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B7341F-AD91-E1E0-5816-87C0BA8DA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B2E80B-45DE-B5BA-311E-34B61DA74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70E9AB-BDE1-C0C7-1AC6-A5C513EFF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44CEEE-6BE1-5931-CBAE-0778169E2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8E18D0-DA24-2131-0258-F8510F5FB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Autofit/>
          </a:bodyPr>
          <a:lstStyle/>
          <a:p>
            <a:pPr algn="ctr"/>
            <a:r>
              <a:rPr lang="en-US" sz="7200" kern="1200" dirty="0">
                <a:solidFill>
                  <a:srgbClr val="FFFFFF"/>
                </a:solidFill>
              </a:rPr>
              <a:t>Case Study: </a:t>
            </a:r>
            <a:r>
              <a:rPr lang="en-US" sz="7000" dirty="0">
                <a:solidFill>
                  <a:srgbClr val="FFFFFF"/>
                </a:solidFill>
              </a:rPr>
              <a:t>Jenson USA</a:t>
            </a:r>
            <a:endParaRPr lang="en-US" sz="7000" kern="1200" dirty="0">
              <a:solidFill>
                <a:srgbClr val="FFFFFF"/>
              </a:solidFill>
            </a:endParaRPr>
          </a:p>
        </p:txBody>
      </p:sp>
      <p:pic>
        <p:nvPicPr>
          <p:cNvPr id="11" name="Content Placeholder 10" descr="A logo with a red and blue design&#10;&#10;AI-generated content may be incorrect.">
            <a:extLst>
              <a:ext uri="{FF2B5EF4-FFF2-40B4-BE49-F238E27FC236}">
                <a16:creationId xmlns:a16="http://schemas.microsoft.com/office/drawing/2014/main" id="{92C69725-B390-85E6-EC76-44115E80B4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29" y="1885279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80199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DE0D15-F36C-C7C9-13B4-144D1074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6FF2C92-3A9E-F802-AEC6-937AEF9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B71D69-3787-CEBF-5F1E-CCC869B18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4F2092-D79A-ACFB-7DFF-5E50E131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062B15-853A-9F41-C70F-71C50912C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A38693-EF81-230A-F6A2-81289AC18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419E40-EEEF-4D67-3D50-276D92E09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1. Find the total number of products sold by each store along with the store name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FC26F6-CA9F-8E48-0249-6BD09BC26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34" y="1590741"/>
            <a:ext cx="10305716" cy="5267259"/>
          </a:xfrm>
        </p:spPr>
      </p:pic>
    </p:spTree>
    <p:extLst>
      <p:ext uri="{BB962C8B-B14F-4D97-AF65-F5344CB8AC3E}">
        <p14:creationId xmlns:p14="http://schemas.microsoft.com/office/powerpoint/2010/main" val="14257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7CC432-0600-0D88-87D7-1E750A42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87FA55C-2686-BBAE-A617-C4384589B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626F45-3EBD-57F2-9A60-528F9892C8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E87125-D695-8BB8-D7A5-8306BF119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259D7A-6B70-8295-9FC7-B1AACA9A1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E9C9F8-A062-A2C5-3A9F-2ECA1A27AE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655685-2CA1-DE5B-4517-099D1283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2. Calculate the cumulative sum of quantities sold for each product over time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29A2484-873F-C50F-023F-245DEE5F99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42" y="1590742"/>
            <a:ext cx="10398515" cy="5267258"/>
          </a:xfrm>
        </p:spPr>
      </p:pic>
    </p:spTree>
    <p:extLst>
      <p:ext uri="{BB962C8B-B14F-4D97-AF65-F5344CB8AC3E}">
        <p14:creationId xmlns:p14="http://schemas.microsoft.com/office/powerpoint/2010/main" val="116664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0F379D-CA3E-BCF9-747F-5AFB7BB71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ADD0D07-5DDD-7889-1FC6-AB06EEC8A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EF291F-D241-93F2-8F61-847615683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E0CAA1-11BD-6004-6CC3-DD2C9F6F4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B1DCB0-CC15-B3EA-3DE3-F5B5BEEB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C15555-336B-8D51-FDB0-8DD3B311D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0CE42-762F-B2CC-EFA9-74AB9C593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775" y="294538"/>
            <a:ext cx="10653775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000" dirty="0">
                <a:solidFill>
                  <a:srgbClr val="FFFFFF"/>
                </a:solidFill>
              </a:rPr>
              <a:t>3. Find the product with the highest total sales (quantity * price) for each category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9797AF3-A10C-7E57-F17C-6C583975C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725" y="1585563"/>
            <a:ext cx="10045874" cy="5284307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92431D-B86F-14A4-060C-AE31711583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871" y="4644863"/>
            <a:ext cx="4313130" cy="222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169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0A6EC-F6DD-39D7-1E47-97CA17F7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B68AA13-3711-3CC6-3DAB-AE92787F2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6B9954-ED22-9AE7-42D6-85A4448FD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7EF1DE-FA43-AF95-065B-4022E7354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B51757-EE74-FA45-C2FC-CA2380CAF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7C2EFF-BE92-FD66-52C1-2A633979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3318EF-FD14-214E-B69F-FBDB72F7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047" y="294538"/>
            <a:ext cx="11004503" cy="1033669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000" dirty="0">
                <a:solidFill>
                  <a:srgbClr val="FFFFFF"/>
                </a:solidFill>
              </a:rPr>
              <a:t>4. Find the customer who spent the most money on orders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59A32E7-C248-DC7E-4F02-2F6DF9702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422" y="1590741"/>
            <a:ext cx="5776413" cy="5267259"/>
          </a:xfr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A3C75B1-A3AD-9DD2-B159-AB8FA3D628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1677" y="4966029"/>
            <a:ext cx="4440323" cy="159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051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31601-5505-F5CE-3B7C-0A71E0EA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F0F5670-199A-16A8-9796-04B6E761C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0D01258-5AD4-50B6-233E-A0F5D65E6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4F098C7-7F93-67EF-FE1E-448336C03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185FA0-4F29-824B-4B65-22E6F8423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126F0C-DFEF-54D2-2717-62B2C153C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DCFE8-4AF9-359B-F96A-84B541E43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511" y="294538"/>
            <a:ext cx="1054104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5. Find the highest-priced product for each category name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2DEB7F-84D4-D5F2-2AAB-ACDCFBA97B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623" y="1590741"/>
            <a:ext cx="8429464" cy="5260568"/>
          </a:xfrm>
        </p:spPr>
      </p:pic>
    </p:spTree>
    <p:extLst>
      <p:ext uri="{BB962C8B-B14F-4D97-AF65-F5344CB8AC3E}">
        <p14:creationId xmlns:p14="http://schemas.microsoft.com/office/powerpoint/2010/main" val="2592101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CF507-0B02-FA1F-64CF-D92CD6E61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F74B036-8090-208B-35DC-08A292BF2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3A0363-C2B7-4C91-6ECB-0668667EC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04F2CF-7BDE-430C-6B8D-4A9B3745D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FCE0E1-40BF-A5BB-24FE-AD8719A2B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E9CB45-848E-3B45-0A3E-BDD1AA83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4768E7-99DE-AAB2-7FC7-0C2A21708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94538"/>
            <a:ext cx="1042935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6. Find the total number of orders placed by each customer per store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FE15ED-9219-7FB7-8055-8125F20B3E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352" y="1590741"/>
            <a:ext cx="8401470" cy="5267259"/>
          </a:xfrm>
        </p:spPr>
      </p:pic>
    </p:spTree>
    <p:extLst>
      <p:ext uri="{BB962C8B-B14F-4D97-AF65-F5344CB8AC3E}">
        <p14:creationId xmlns:p14="http://schemas.microsoft.com/office/powerpoint/2010/main" val="1309915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6A49DA-6B07-ECE6-C0A2-50179B50B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EF8A952-10DC-A327-71EA-EE494F38C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E614BC-8C5B-29F0-69D8-21DE6B79F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22E738-4624-20B8-9904-C738BB4BBE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3C7ED3-8EC7-8141-D612-FC3D5F036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F4CED2-678F-CC92-C8BF-691F9B56B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D6954-14CD-3207-AA00-51ACB894E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46" y="294538"/>
            <a:ext cx="11273304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7. Find the names of staff members who have not made any sales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749073-9C8B-D425-9F1E-6702A3CA49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689" y="1590741"/>
            <a:ext cx="8814861" cy="5235256"/>
          </a:xfrm>
        </p:spPr>
      </p:pic>
    </p:spTree>
    <p:extLst>
      <p:ext uri="{BB962C8B-B14F-4D97-AF65-F5344CB8AC3E}">
        <p14:creationId xmlns:p14="http://schemas.microsoft.com/office/powerpoint/2010/main" val="706399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4E60D9-412E-385F-CD5E-7D94B082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407049-C52D-8116-65D1-1C3DF5FAE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965956-ED1E-BD52-06B9-19A51461D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28EB83-2A7B-BE99-F9F5-4783F1FA7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9CF693-EB6B-E8D8-9BFD-E4823337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5307F5-C4E0-47E0-D499-FDBB3B228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34D1F9-B58B-9D3D-50DA-287632A44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7064"/>
            <a:ext cx="1042935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400" dirty="0">
                <a:solidFill>
                  <a:srgbClr val="FFFFFF"/>
                </a:solidFill>
              </a:rPr>
              <a:t>8. Find the top 3 most sold products in terms of quantity</a:t>
            </a:r>
            <a:endParaRPr lang="en-US" sz="3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523BB6-C46A-FBEE-391D-4522C1715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374" y="1597432"/>
            <a:ext cx="6951548" cy="5260567"/>
          </a:xfrm>
        </p:spPr>
      </p:pic>
    </p:spTree>
    <p:extLst>
      <p:ext uri="{BB962C8B-B14F-4D97-AF65-F5344CB8AC3E}">
        <p14:creationId xmlns:p14="http://schemas.microsoft.com/office/powerpoint/2010/main" val="15257874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2B9F5-9EBA-CDAA-080B-7C7F6811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B082E37-DF35-57F5-8C4F-E6A08D0ACA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37B8F9-CB19-91F1-6924-914E1FB3D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9E0EDC-2E51-146E-71D0-E290AAA34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096AFB-4AAC-0FFB-8F39-68FB92C88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0A596D-021E-AC1E-5634-932D3B876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808A5-232C-5775-F00E-220FA5598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294538"/>
            <a:ext cx="10429350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9. Find the median value of the price list</a:t>
            </a:r>
            <a:endParaRPr lang="en-US" sz="32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3E1CE7-2E97-A5DD-4963-26064C95C5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85" y="1597432"/>
            <a:ext cx="7787182" cy="5235255"/>
          </a:xfrm>
        </p:spPr>
      </p:pic>
    </p:spTree>
    <p:extLst>
      <p:ext uri="{BB962C8B-B14F-4D97-AF65-F5344CB8AC3E}">
        <p14:creationId xmlns:p14="http://schemas.microsoft.com/office/powerpoint/2010/main" val="1960403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FFBDA-DEEB-DEA5-AE50-7ECEE1DC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10. </a:t>
            </a:r>
            <a:r>
              <a:rPr lang="en-US" sz="3000" dirty="0">
                <a:solidFill>
                  <a:srgbClr val="FFFFFF"/>
                </a:solidFill>
              </a:rPr>
              <a:t>List all products that have never been ordered.(use Exists)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794C040-7C75-B99A-1703-D377C763CF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114" y="1590741"/>
            <a:ext cx="7205984" cy="521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144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AD018-A2EB-18CE-C29B-E04F237D3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765491B-553E-FADF-51AB-49F7264E02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7CDDDA-A532-EAE2-7F20-1A9A78AED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84CCF8-1BD2-0555-C2D7-ED3CED0E8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F50826-4A35-266A-CDF4-5C436D0B9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CE58B-6B06-9BC4-6E5D-929026F18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BD713-8D0A-12F8-40B7-B272C2C6C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11. </a:t>
            </a:r>
            <a:r>
              <a:rPr lang="en-US" sz="3000" dirty="0">
                <a:solidFill>
                  <a:srgbClr val="FFFFFF"/>
                </a:solidFill>
              </a:rPr>
              <a:t>List the names of staff members who have made more sales than the average number of sales by all staff members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Content Placeholder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19EAC07-2104-A6F0-2D50-F6F6EDC24A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119" y="1590740"/>
            <a:ext cx="9193529" cy="5267259"/>
          </a:xfrm>
        </p:spPr>
      </p:pic>
    </p:spTree>
    <p:extLst>
      <p:ext uri="{BB962C8B-B14F-4D97-AF65-F5344CB8AC3E}">
        <p14:creationId xmlns:p14="http://schemas.microsoft.com/office/powerpoint/2010/main" val="461136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208CCE-102B-E584-3997-C3F07468E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8E275642-720A-5231-B549-4B7F5FFD0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BA1954-F130-EEAA-742D-B9ED72FFD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691C7E-C9BC-6FA1-A78F-DCDA4E1A5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E1DDAD-7388-7741-A7F1-4431F6C1A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FABB88-8935-5528-C169-11AE243D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25FD0-90BE-798B-5DA9-B872C01E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12. </a:t>
            </a:r>
            <a:r>
              <a:rPr lang="en-US" sz="3000" dirty="0">
                <a:solidFill>
                  <a:srgbClr val="FFFFFF"/>
                </a:solidFill>
              </a:rPr>
              <a:t>Identify the customers who have ordered all types of products (i.e., from every category)</a:t>
            </a:r>
            <a:endParaRPr lang="en-US" sz="3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00DC944-C358-D245-4796-CAB4D2BBC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6358" y="1597432"/>
            <a:ext cx="7943944" cy="5245685"/>
          </a:xfrm>
        </p:spPr>
      </p:pic>
    </p:spTree>
    <p:extLst>
      <p:ext uri="{BB962C8B-B14F-4D97-AF65-F5344CB8AC3E}">
        <p14:creationId xmlns:p14="http://schemas.microsoft.com/office/powerpoint/2010/main" val="2475750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274</TotalTime>
  <Words>185</Words>
  <Application>Microsoft Office PowerPoint</Application>
  <PresentationFormat>Widescreen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Case Study: Jenson USA</vt:lpstr>
      <vt:lpstr>1. Find the total number of products sold by each store along with the store name</vt:lpstr>
      <vt:lpstr>2. Calculate the cumulative sum of quantities sold for each product over time</vt:lpstr>
      <vt:lpstr>3. Find the product with the highest total sales (quantity * price) for each category</vt:lpstr>
      <vt:lpstr>4. Find the customer who spent the most money on orders</vt:lpstr>
      <vt:lpstr>5. Find the highest-priced product for each category name</vt:lpstr>
      <vt:lpstr>6. Find the total number of orders placed by each customer per store</vt:lpstr>
      <vt:lpstr>7. Find the names of staff members who have not made any sales</vt:lpstr>
      <vt:lpstr>8. Find the top 3 most sold products in terms of quantity</vt:lpstr>
      <vt:lpstr>9. Find the median value of the price list</vt:lpstr>
      <vt:lpstr>10. List all products that have never been ordered.(use Exists)</vt:lpstr>
      <vt:lpstr>11. List the names of staff members who have made more sales than the average number of sales by all staff members</vt:lpstr>
      <vt:lpstr>12. Identify the customers who have ordered all types of products (i.e., from every category)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Kapse</dc:creator>
  <cp:lastModifiedBy>Abhishek Kapse</cp:lastModifiedBy>
  <cp:revision>29</cp:revision>
  <dcterms:created xsi:type="dcterms:W3CDTF">2025-07-08T03:25:03Z</dcterms:created>
  <dcterms:modified xsi:type="dcterms:W3CDTF">2025-08-23T17:30:17Z</dcterms:modified>
</cp:coreProperties>
</file>